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10287000" cx="1828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240">
          <p15:clr>
            <a:srgbClr val="747775"/>
          </p15:clr>
        </p15:guide>
        <p15:guide id="2" pos="576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240" orient="horz"/>
        <p:guide pos="57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f8dba4beab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f8dba4beab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f8dba4bea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f8dba4bea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8dba4beab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8dba4bea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f8dba4beab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f8dba4beab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623417" y="1489150"/>
            <a:ext cx="17041200" cy="41052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10400"/>
              <a:buNone/>
              <a:defRPr sz="10400"/>
            </a:lvl1pPr>
            <a:lvl2pPr lvl="1" algn="ctr">
              <a:spcBef>
                <a:spcPts val="0"/>
              </a:spcBef>
              <a:spcAft>
                <a:spcPts val="0"/>
              </a:spcAft>
              <a:buSzPts val="10400"/>
              <a:buNone/>
              <a:defRPr sz="10400"/>
            </a:lvl2pPr>
            <a:lvl3pPr lvl="2" algn="ctr">
              <a:spcBef>
                <a:spcPts val="0"/>
              </a:spcBef>
              <a:spcAft>
                <a:spcPts val="0"/>
              </a:spcAft>
              <a:buSzPts val="10400"/>
              <a:buNone/>
              <a:defRPr sz="10400"/>
            </a:lvl3pPr>
            <a:lvl4pPr lvl="3" algn="ctr">
              <a:spcBef>
                <a:spcPts val="0"/>
              </a:spcBef>
              <a:spcAft>
                <a:spcPts val="0"/>
              </a:spcAft>
              <a:buSzPts val="10400"/>
              <a:buNone/>
              <a:defRPr sz="10400"/>
            </a:lvl4pPr>
            <a:lvl5pPr lvl="4" algn="ctr">
              <a:spcBef>
                <a:spcPts val="0"/>
              </a:spcBef>
              <a:spcAft>
                <a:spcPts val="0"/>
              </a:spcAft>
              <a:buSzPts val="10400"/>
              <a:buNone/>
              <a:defRPr sz="10400"/>
            </a:lvl5pPr>
            <a:lvl6pPr lvl="5" algn="ctr">
              <a:spcBef>
                <a:spcPts val="0"/>
              </a:spcBef>
              <a:spcAft>
                <a:spcPts val="0"/>
              </a:spcAft>
              <a:buSzPts val="10400"/>
              <a:buNone/>
              <a:defRPr sz="10400"/>
            </a:lvl6pPr>
            <a:lvl7pPr lvl="6" algn="ctr">
              <a:spcBef>
                <a:spcPts val="0"/>
              </a:spcBef>
              <a:spcAft>
                <a:spcPts val="0"/>
              </a:spcAft>
              <a:buSzPts val="10400"/>
              <a:buNone/>
              <a:defRPr sz="10400"/>
            </a:lvl7pPr>
            <a:lvl8pPr lvl="7" algn="ctr">
              <a:spcBef>
                <a:spcPts val="0"/>
              </a:spcBef>
              <a:spcAft>
                <a:spcPts val="0"/>
              </a:spcAft>
              <a:buSzPts val="10400"/>
              <a:buNone/>
              <a:defRPr sz="10400"/>
            </a:lvl8pPr>
            <a:lvl9pPr lvl="8" algn="ctr">
              <a:spcBef>
                <a:spcPts val="0"/>
              </a:spcBef>
              <a:spcAft>
                <a:spcPts val="0"/>
              </a:spcAft>
              <a:buSzPts val="10400"/>
              <a:buNone/>
              <a:defRPr sz="10400"/>
            </a:lvl9pPr>
          </a:lstStyle>
          <a:p/>
        </p:txBody>
      </p:sp>
      <p:sp>
        <p:nvSpPr>
          <p:cNvPr id="11" name="Google Shape;11;p2"/>
          <p:cNvSpPr txBox="1"/>
          <p:nvPr>
            <p:ph idx="1" type="subTitle"/>
          </p:nvPr>
        </p:nvSpPr>
        <p:spPr>
          <a:xfrm>
            <a:off x="623400" y="5668250"/>
            <a:ext cx="17041200" cy="1585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12" name="Google Shape;12;p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623400" y="4301700"/>
            <a:ext cx="17041200" cy="1683600"/>
          </a:xfrm>
          <a:prstGeom prst="rect">
            <a:avLst/>
          </a:prstGeom>
        </p:spPr>
        <p:txBody>
          <a:bodyPr anchorCtr="0" anchor="ctr" bIns="182850" lIns="182850" spcFirstLastPara="1" rIns="182850" wrap="square" tIns="182850">
            <a:normAutofit/>
          </a:bodyPr>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p:txBody>
      </p:sp>
      <p:sp>
        <p:nvSpPr>
          <p:cNvPr id="15" name="Google Shape;15;p3"/>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18" name="Google Shape;18;p4"/>
          <p:cNvSpPr txBox="1"/>
          <p:nvPr>
            <p:ph idx="1" type="body"/>
          </p:nvPr>
        </p:nvSpPr>
        <p:spPr>
          <a:xfrm>
            <a:off x="623400" y="2304950"/>
            <a:ext cx="17041200" cy="6832800"/>
          </a:xfrm>
          <a:prstGeom prst="rect">
            <a:avLst/>
          </a:prstGeom>
        </p:spPr>
        <p:txBody>
          <a:bodyPr anchorCtr="0" anchor="t"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19" name="Google Shape;19;p4"/>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2" name="Google Shape;22;p5"/>
          <p:cNvSpPr txBox="1"/>
          <p:nvPr>
            <p:ph idx="1" type="body"/>
          </p:nvPr>
        </p:nvSpPr>
        <p:spPr>
          <a:xfrm>
            <a:off x="6234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3" name="Google Shape;23;p5"/>
          <p:cNvSpPr txBox="1"/>
          <p:nvPr>
            <p:ph idx="2" type="body"/>
          </p:nvPr>
        </p:nvSpPr>
        <p:spPr>
          <a:xfrm>
            <a:off x="9664800" y="2304950"/>
            <a:ext cx="7999800" cy="6832800"/>
          </a:xfrm>
          <a:prstGeom prst="rect">
            <a:avLst/>
          </a:prstGeom>
        </p:spPr>
        <p:txBody>
          <a:bodyPr anchorCtr="0" anchor="t" bIns="182850" lIns="182850" spcFirstLastPara="1" rIns="182850" wrap="square" tIns="182850">
            <a:normAutofit/>
          </a:bodyPr>
          <a:lstStyle>
            <a:lvl1pPr indent="-406400" lvl="0" marL="457200">
              <a:spcBef>
                <a:spcPts val="0"/>
              </a:spcBef>
              <a:spcAft>
                <a:spcPts val="0"/>
              </a:spcAft>
              <a:buSzPts val="2800"/>
              <a:buChar char="●"/>
              <a:defRPr sz="28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24" name="Google Shape;24;p5"/>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623400" y="890050"/>
            <a:ext cx="17041200" cy="1145400"/>
          </a:xfrm>
          <a:prstGeom prst="rect">
            <a:avLst/>
          </a:prstGeom>
        </p:spPr>
        <p:txBody>
          <a:bodyPr anchorCtr="0" anchor="t" bIns="182850" lIns="182850" spcFirstLastPara="1" rIns="182850" wrap="square" tIns="182850">
            <a:normAutofit/>
          </a:bodyPr>
          <a:lstStyle>
            <a:lvl1pPr lvl="0">
              <a:spcBef>
                <a:spcPts val="0"/>
              </a:spcBef>
              <a:spcAft>
                <a:spcPts val="0"/>
              </a:spcAft>
              <a:buSzPts val="5600"/>
              <a:buNone/>
              <a:defRPr sz="5600"/>
            </a:lvl1pPr>
            <a:lvl2pPr lvl="1">
              <a:spcBef>
                <a:spcPts val="0"/>
              </a:spcBef>
              <a:spcAft>
                <a:spcPts val="0"/>
              </a:spcAft>
              <a:buSzPts val="5600"/>
              <a:buNone/>
              <a:defRPr sz="5600"/>
            </a:lvl2pPr>
            <a:lvl3pPr lvl="2">
              <a:spcBef>
                <a:spcPts val="0"/>
              </a:spcBef>
              <a:spcAft>
                <a:spcPts val="0"/>
              </a:spcAft>
              <a:buSzPts val="5600"/>
              <a:buNone/>
              <a:defRPr sz="5600"/>
            </a:lvl3pPr>
            <a:lvl4pPr lvl="3">
              <a:spcBef>
                <a:spcPts val="0"/>
              </a:spcBef>
              <a:spcAft>
                <a:spcPts val="0"/>
              </a:spcAft>
              <a:buSzPts val="5600"/>
              <a:buNone/>
              <a:defRPr sz="5600"/>
            </a:lvl4pPr>
            <a:lvl5pPr lvl="4">
              <a:spcBef>
                <a:spcPts val="0"/>
              </a:spcBef>
              <a:spcAft>
                <a:spcPts val="0"/>
              </a:spcAft>
              <a:buSzPts val="5600"/>
              <a:buNone/>
              <a:defRPr sz="5600"/>
            </a:lvl5pPr>
            <a:lvl6pPr lvl="5">
              <a:spcBef>
                <a:spcPts val="0"/>
              </a:spcBef>
              <a:spcAft>
                <a:spcPts val="0"/>
              </a:spcAft>
              <a:buSzPts val="5600"/>
              <a:buNone/>
              <a:defRPr sz="5600"/>
            </a:lvl6pPr>
            <a:lvl7pPr lvl="6">
              <a:spcBef>
                <a:spcPts val="0"/>
              </a:spcBef>
              <a:spcAft>
                <a:spcPts val="0"/>
              </a:spcAft>
              <a:buSzPts val="5600"/>
              <a:buNone/>
              <a:defRPr sz="5600"/>
            </a:lvl7pPr>
            <a:lvl8pPr lvl="7">
              <a:spcBef>
                <a:spcPts val="0"/>
              </a:spcBef>
              <a:spcAft>
                <a:spcPts val="0"/>
              </a:spcAft>
              <a:buSzPts val="5600"/>
              <a:buNone/>
              <a:defRPr sz="5600"/>
            </a:lvl8pPr>
            <a:lvl9pPr lvl="8">
              <a:spcBef>
                <a:spcPts val="0"/>
              </a:spcBef>
              <a:spcAft>
                <a:spcPts val="0"/>
              </a:spcAft>
              <a:buSzPts val="5600"/>
              <a:buNone/>
              <a:defRPr sz="5600"/>
            </a:lvl9pPr>
          </a:lstStyle>
          <a:p/>
        </p:txBody>
      </p:sp>
      <p:sp>
        <p:nvSpPr>
          <p:cNvPr id="27" name="Google Shape;27;p6"/>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623400" y="1111200"/>
            <a:ext cx="5616000" cy="1511400"/>
          </a:xfrm>
          <a:prstGeom prst="rect">
            <a:avLst/>
          </a:prstGeom>
        </p:spPr>
        <p:txBody>
          <a:bodyPr anchorCtr="0" anchor="b" bIns="182850" lIns="182850" spcFirstLastPara="1" rIns="182850" wrap="square" tIns="18285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0" name="Google Shape;30;p7"/>
          <p:cNvSpPr txBox="1"/>
          <p:nvPr>
            <p:ph idx="1" type="body"/>
          </p:nvPr>
        </p:nvSpPr>
        <p:spPr>
          <a:xfrm>
            <a:off x="623400" y="2779200"/>
            <a:ext cx="5616000" cy="6358800"/>
          </a:xfrm>
          <a:prstGeom prst="rect">
            <a:avLst/>
          </a:prstGeom>
        </p:spPr>
        <p:txBody>
          <a:bodyPr anchorCtr="0" anchor="t" bIns="182850" lIns="182850" spcFirstLastPara="1" rIns="182850" wrap="square" tIns="182850">
            <a:normAutofit/>
          </a:bodyPr>
          <a:lstStyle>
            <a:lvl1pPr indent="-381000" lvl="0" marL="457200">
              <a:spcBef>
                <a:spcPts val="0"/>
              </a:spcBef>
              <a:spcAft>
                <a:spcPts val="0"/>
              </a:spcAft>
              <a:buSzPts val="2400"/>
              <a:buChar char="●"/>
              <a:defRPr sz="2400"/>
            </a:lvl1pPr>
            <a:lvl2pPr indent="-381000" lvl="1" marL="914400">
              <a:spcBef>
                <a:spcPts val="0"/>
              </a:spcBef>
              <a:spcAft>
                <a:spcPts val="0"/>
              </a:spcAft>
              <a:buSzPts val="2400"/>
              <a:buChar char="○"/>
              <a:defRPr sz="2400"/>
            </a:lvl2pPr>
            <a:lvl3pPr indent="-381000" lvl="2" marL="1371600">
              <a:spcBef>
                <a:spcPts val="0"/>
              </a:spcBef>
              <a:spcAft>
                <a:spcPts val="0"/>
              </a:spcAft>
              <a:buSzPts val="2400"/>
              <a:buChar char="■"/>
              <a:defRPr sz="2400"/>
            </a:lvl3pPr>
            <a:lvl4pPr indent="-381000" lvl="3" marL="1828800">
              <a:spcBef>
                <a:spcPts val="0"/>
              </a:spcBef>
              <a:spcAft>
                <a:spcPts val="0"/>
              </a:spcAft>
              <a:buSzPts val="2400"/>
              <a:buChar char="●"/>
              <a:defRPr sz="2400"/>
            </a:lvl4pPr>
            <a:lvl5pPr indent="-381000" lvl="4" marL="2286000">
              <a:spcBef>
                <a:spcPts val="0"/>
              </a:spcBef>
              <a:spcAft>
                <a:spcPts val="0"/>
              </a:spcAft>
              <a:buSzPts val="2400"/>
              <a:buChar char="○"/>
              <a:defRPr sz="2400"/>
            </a:lvl5pPr>
            <a:lvl6pPr indent="-381000" lvl="5" marL="2743200">
              <a:spcBef>
                <a:spcPts val="0"/>
              </a:spcBef>
              <a:spcAft>
                <a:spcPts val="0"/>
              </a:spcAft>
              <a:buSzPts val="2400"/>
              <a:buChar char="■"/>
              <a:defRPr sz="2400"/>
            </a:lvl6pPr>
            <a:lvl7pPr indent="-381000" lvl="6" marL="3200400">
              <a:spcBef>
                <a:spcPts val="0"/>
              </a:spcBef>
              <a:spcAft>
                <a:spcPts val="0"/>
              </a:spcAft>
              <a:buSzPts val="2400"/>
              <a:buChar char="●"/>
              <a:defRPr sz="2400"/>
            </a:lvl7pPr>
            <a:lvl8pPr indent="-381000" lvl="7" marL="3657600">
              <a:spcBef>
                <a:spcPts val="0"/>
              </a:spcBef>
              <a:spcAft>
                <a:spcPts val="0"/>
              </a:spcAft>
              <a:buSzPts val="2400"/>
              <a:buChar char="○"/>
              <a:defRPr sz="2400"/>
            </a:lvl8pPr>
            <a:lvl9pPr indent="-381000" lvl="8" marL="4114800">
              <a:spcBef>
                <a:spcPts val="0"/>
              </a:spcBef>
              <a:spcAft>
                <a:spcPts val="0"/>
              </a:spcAft>
              <a:buSzPts val="2400"/>
              <a:buChar char="■"/>
              <a:defRPr sz="2400"/>
            </a:lvl9pPr>
          </a:lstStyle>
          <a:p/>
        </p:txBody>
      </p:sp>
      <p:sp>
        <p:nvSpPr>
          <p:cNvPr id="31" name="Google Shape;31;p7"/>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980500" y="900300"/>
            <a:ext cx="12735600" cy="8181600"/>
          </a:xfrm>
          <a:prstGeom prst="rect">
            <a:avLst/>
          </a:prstGeom>
        </p:spPr>
        <p:txBody>
          <a:bodyPr anchorCtr="0" anchor="ctr" bIns="182850" lIns="182850" spcFirstLastPara="1" rIns="182850" wrap="square" tIns="182850">
            <a:normAutofit/>
          </a:bodyPr>
          <a:lstStyle>
            <a:lvl1pPr lvl="0">
              <a:spcBef>
                <a:spcPts val="0"/>
              </a:spcBef>
              <a:spcAft>
                <a:spcPts val="0"/>
              </a:spcAft>
              <a:buSzPts val="9600"/>
              <a:buNone/>
              <a:defRPr sz="9600"/>
            </a:lvl1pPr>
            <a:lvl2pPr lvl="1">
              <a:spcBef>
                <a:spcPts val="0"/>
              </a:spcBef>
              <a:spcAft>
                <a:spcPts val="0"/>
              </a:spcAft>
              <a:buSzPts val="9600"/>
              <a:buNone/>
              <a:defRPr sz="9600"/>
            </a:lvl2pPr>
            <a:lvl3pPr lvl="2">
              <a:spcBef>
                <a:spcPts val="0"/>
              </a:spcBef>
              <a:spcAft>
                <a:spcPts val="0"/>
              </a:spcAft>
              <a:buSzPts val="9600"/>
              <a:buNone/>
              <a:defRPr sz="9600"/>
            </a:lvl3pPr>
            <a:lvl4pPr lvl="3">
              <a:spcBef>
                <a:spcPts val="0"/>
              </a:spcBef>
              <a:spcAft>
                <a:spcPts val="0"/>
              </a:spcAft>
              <a:buSzPts val="9600"/>
              <a:buNone/>
              <a:defRPr sz="9600"/>
            </a:lvl4pPr>
            <a:lvl5pPr lvl="4">
              <a:spcBef>
                <a:spcPts val="0"/>
              </a:spcBef>
              <a:spcAft>
                <a:spcPts val="0"/>
              </a:spcAft>
              <a:buSzPts val="9600"/>
              <a:buNone/>
              <a:defRPr sz="9600"/>
            </a:lvl5pPr>
            <a:lvl6pPr lvl="5">
              <a:spcBef>
                <a:spcPts val="0"/>
              </a:spcBef>
              <a:spcAft>
                <a:spcPts val="0"/>
              </a:spcAft>
              <a:buSzPts val="9600"/>
              <a:buNone/>
              <a:defRPr sz="9600"/>
            </a:lvl6pPr>
            <a:lvl7pPr lvl="6">
              <a:spcBef>
                <a:spcPts val="0"/>
              </a:spcBef>
              <a:spcAft>
                <a:spcPts val="0"/>
              </a:spcAft>
              <a:buSzPts val="9600"/>
              <a:buNone/>
              <a:defRPr sz="9600"/>
            </a:lvl7pPr>
            <a:lvl8pPr lvl="7">
              <a:spcBef>
                <a:spcPts val="0"/>
              </a:spcBef>
              <a:spcAft>
                <a:spcPts val="0"/>
              </a:spcAft>
              <a:buSzPts val="9600"/>
              <a:buNone/>
              <a:defRPr sz="9600"/>
            </a:lvl8pPr>
            <a:lvl9pPr lvl="8">
              <a:spcBef>
                <a:spcPts val="0"/>
              </a:spcBef>
              <a:spcAft>
                <a:spcPts val="0"/>
              </a:spcAft>
              <a:buSzPts val="9600"/>
              <a:buNone/>
              <a:defRPr sz="9600"/>
            </a:lvl9pPr>
          </a:lstStyle>
          <a:p/>
        </p:txBody>
      </p:sp>
      <p:sp>
        <p:nvSpPr>
          <p:cNvPr id="34" name="Google Shape;34;p8"/>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9144000" y="-250"/>
            <a:ext cx="9144000" cy="10287000"/>
          </a:xfrm>
          <a:prstGeom prst="rect">
            <a:avLst/>
          </a:prstGeom>
          <a:solidFill>
            <a:schemeClr val="lt2"/>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531000" y="2466350"/>
            <a:ext cx="8090400" cy="29646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8400"/>
              <a:buNone/>
              <a:defRPr sz="8400"/>
            </a:lvl1pPr>
            <a:lvl2pPr lvl="1" algn="ctr">
              <a:spcBef>
                <a:spcPts val="0"/>
              </a:spcBef>
              <a:spcAft>
                <a:spcPts val="0"/>
              </a:spcAft>
              <a:buSzPts val="8400"/>
              <a:buNone/>
              <a:defRPr sz="8400"/>
            </a:lvl2pPr>
            <a:lvl3pPr lvl="2" algn="ctr">
              <a:spcBef>
                <a:spcPts val="0"/>
              </a:spcBef>
              <a:spcAft>
                <a:spcPts val="0"/>
              </a:spcAft>
              <a:buSzPts val="8400"/>
              <a:buNone/>
              <a:defRPr sz="8400"/>
            </a:lvl3pPr>
            <a:lvl4pPr lvl="3" algn="ctr">
              <a:spcBef>
                <a:spcPts val="0"/>
              </a:spcBef>
              <a:spcAft>
                <a:spcPts val="0"/>
              </a:spcAft>
              <a:buSzPts val="8400"/>
              <a:buNone/>
              <a:defRPr sz="8400"/>
            </a:lvl4pPr>
            <a:lvl5pPr lvl="4" algn="ctr">
              <a:spcBef>
                <a:spcPts val="0"/>
              </a:spcBef>
              <a:spcAft>
                <a:spcPts val="0"/>
              </a:spcAft>
              <a:buSzPts val="8400"/>
              <a:buNone/>
              <a:defRPr sz="8400"/>
            </a:lvl5pPr>
            <a:lvl6pPr lvl="5" algn="ctr">
              <a:spcBef>
                <a:spcPts val="0"/>
              </a:spcBef>
              <a:spcAft>
                <a:spcPts val="0"/>
              </a:spcAft>
              <a:buSzPts val="8400"/>
              <a:buNone/>
              <a:defRPr sz="8400"/>
            </a:lvl6pPr>
            <a:lvl7pPr lvl="6" algn="ctr">
              <a:spcBef>
                <a:spcPts val="0"/>
              </a:spcBef>
              <a:spcAft>
                <a:spcPts val="0"/>
              </a:spcAft>
              <a:buSzPts val="8400"/>
              <a:buNone/>
              <a:defRPr sz="8400"/>
            </a:lvl7pPr>
            <a:lvl8pPr lvl="7" algn="ctr">
              <a:spcBef>
                <a:spcPts val="0"/>
              </a:spcBef>
              <a:spcAft>
                <a:spcPts val="0"/>
              </a:spcAft>
              <a:buSzPts val="8400"/>
              <a:buNone/>
              <a:defRPr sz="8400"/>
            </a:lvl8pPr>
            <a:lvl9pPr lvl="8" algn="ctr">
              <a:spcBef>
                <a:spcPts val="0"/>
              </a:spcBef>
              <a:spcAft>
                <a:spcPts val="0"/>
              </a:spcAft>
              <a:buSzPts val="8400"/>
              <a:buNone/>
              <a:defRPr sz="8400"/>
            </a:lvl9pPr>
          </a:lstStyle>
          <a:p/>
        </p:txBody>
      </p:sp>
      <p:sp>
        <p:nvSpPr>
          <p:cNvPr id="38" name="Google Shape;38;p9"/>
          <p:cNvSpPr txBox="1"/>
          <p:nvPr>
            <p:ph idx="1" type="subTitle"/>
          </p:nvPr>
        </p:nvSpPr>
        <p:spPr>
          <a:xfrm>
            <a:off x="531000" y="5606150"/>
            <a:ext cx="8090400" cy="2470200"/>
          </a:xfrm>
          <a:prstGeom prst="rect">
            <a:avLst/>
          </a:prstGeom>
        </p:spPr>
        <p:txBody>
          <a:bodyPr anchorCtr="0" anchor="t" bIns="182850" lIns="182850" spcFirstLastPara="1" rIns="182850" wrap="square" tIns="18285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9"/>
          <p:cNvSpPr txBox="1"/>
          <p:nvPr>
            <p:ph idx="2" type="body"/>
          </p:nvPr>
        </p:nvSpPr>
        <p:spPr>
          <a:xfrm>
            <a:off x="9879000" y="1448150"/>
            <a:ext cx="7674000" cy="7390200"/>
          </a:xfrm>
          <a:prstGeom prst="rect">
            <a:avLst/>
          </a:prstGeom>
        </p:spPr>
        <p:txBody>
          <a:bodyPr anchorCtr="0" anchor="ctr" bIns="182850" lIns="182850" spcFirstLastPara="1" rIns="182850" wrap="square" tIns="182850">
            <a:normAutofit/>
          </a:bodyPr>
          <a:lstStyle>
            <a:lvl1pPr indent="-457200" lvl="0" marL="457200">
              <a:spcBef>
                <a:spcPts val="0"/>
              </a:spcBef>
              <a:spcAft>
                <a:spcPts val="0"/>
              </a:spcAft>
              <a:buSzPts val="3600"/>
              <a:buChar char="●"/>
              <a:defRPr sz="3600"/>
            </a:lvl1pPr>
            <a:lvl2pPr indent="-406400" lvl="1" marL="914400">
              <a:spcBef>
                <a:spcPts val="0"/>
              </a:spcBef>
              <a:spcAft>
                <a:spcPts val="0"/>
              </a:spcAft>
              <a:buSzPts val="2800"/>
              <a:buChar char="○"/>
              <a:defRPr sz="2800"/>
            </a:lvl2pPr>
            <a:lvl3pPr indent="-406400" lvl="2" marL="1371600">
              <a:spcBef>
                <a:spcPts val="0"/>
              </a:spcBef>
              <a:spcAft>
                <a:spcPts val="0"/>
              </a:spcAft>
              <a:buSzPts val="2800"/>
              <a:buChar char="■"/>
              <a:defRPr sz="2800"/>
            </a:lvl3pPr>
            <a:lvl4pPr indent="-406400" lvl="3" marL="1828800">
              <a:spcBef>
                <a:spcPts val="0"/>
              </a:spcBef>
              <a:spcAft>
                <a:spcPts val="0"/>
              </a:spcAft>
              <a:buSzPts val="2800"/>
              <a:buChar char="●"/>
              <a:defRPr sz="2800"/>
            </a:lvl4pPr>
            <a:lvl5pPr indent="-406400" lvl="4" marL="2286000">
              <a:spcBef>
                <a:spcPts val="0"/>
              </a:spcBef>
              <a:spcAft>
                <a:spcPts val="0"/>
              </a:spcAft>
              <a:buSzPts val="2800"/>
              <a:buChar char="○"/>
              <a:defRPr sz="2800"/>
            </a:lvl5pPr>
            <a:lvl6pPr indent="-406400" lvl="5" marL="2743200">
              <a:spcBef>
                <a:spcPts val="0"/>
              </a:spcBef>
              <a:spcAft>
                <a:spcPts val="0"/>
              </a:spcAft>
              <a:buSzPts val="2800"/>
              <a:buChar char="■"/>
              <a:defRPr sz="2800"/>
            </a:lvl6pPr>
            <a:lvl7pPr indent="-406400" lvl="6" marL="3200400">
              <a:spcBef>
                <a:spcPts val="0"/>
              </a:spcBef>
              <a:spcAft>
                <a:spcPts val="0"/>
              </a:spcAft>
              <a:buSzPts val="2800"/>
              <a:buChar char="●"/>
              <a:defRPr sz="2800"/>
            </a:lvl7pPr>
            <a:lvl8pPr indent="-406400" lvl="7" marL="3657600">
              <a:spcBef>
                <a:spcPts val="0"/>
              </a:spcBef>
              <a:spcAft>
                <a:spcPts val="0"/>
              </a:spcAft>
              <a:buSzPts val="2800"/>
              <a:buChar char="○"/>
              <a:defRPr sz="2800"/>
            </a:lvl8pPr>
            <a:lvl9pPr indent="-406400" lvl="8" marL="4114800">
              <a:spcBef>
                <a:spcPts val="0"/>
              </a:spcBef>
              <a:spcAft>
                <a:spcPts val="0"/>
              </a:spcAft>
              <a:buSzPts val="2800"/>
              <a:buChar char="■"/>
              <a:defRPr sz="2800"/>
            </a:lvl9pPr>
          </a:lstStyle>
          <a:p/>
        </p:txBody>
      </p:sp>
      <p:sp>
        <p:nvSpPr>
          <p:cNvPr id="40" name="Google Shape;40;p9"/>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623400" y="8461150"/>
            <a:ext cx="11997600" cy="1210200"/>
          </a:xfrm>
          <a:prstGeom prst="rect">
            <a:avLst/>
          </a:prstGeom>
        </p:spPr>
        <p:txBody>
          <a:bodyPr anchorCtr="0" anchor="ctr" bIns="182850" lIns="182850" spcFirstLastPara="1" rIns="182850" wrap="square" tIns="182850">
            <a:normAutofit/>
          </a:bodyPr>
          <a:lstStyle>
            <a:lvl1pPr indent="-228600" lvl="0" marL="457200">
              <a:lnSpc>
                <a:spcPct val="100000"/>
              </a:lnSpc>
              <a:spcBef>
                <a:spcPts val="0"/>
              </a:spcBef>
              <a:spcAft>
                <a:spcPts val="0"/>
              </a:spcAft>
              <a:buSzPts val="3600"/>
              <a:buNone/>
              <a:defRPr sz="3600"/>
            </a:lvl1pPr>
          </a:lstStyle>
          <a:p/>
        </p:txBody>
      </p:sp>
      <p:sp>
        <p:nvSpPr>
          <p:cNvPr id="43" name="Google Shape;43;p10"/>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623400" y="2212250"/>
            <a:ext cx="17041200" cy="3927000"/>
          </a:xfrm>
          <a:prstGeom prst="rect">
            <a:avLst/>
          </a:prstGeom>
        </p:spPr>
        <p:txBody>
          <a:bodyPr anchorCtr="0" anchor="b" bIns="182850" lIns="182850" spcFirstLastPara="1" rIns="182850" wrap="square" tIns="182850">
            <a:normAutofit/>
          </a:bodyPr>
          <a:lstStyle>
            <a:lvl1pPr lvl="0" algn="ctr">
              <a:spcBef>
                <a:spcPts val="0"/>
              </a:spcBef>
              <a:spcAft>
                <a:spcPts val="0"/>
              </a:spcAft>
              <a:buSzPts val="24000"/>
              <a:buNone/>
              <a:defRPr sz="24000"/>
            </a:lvl1pPr>
            <a:lvl2pPr lvl="1" algn="ctr">
              <a:spcBef>
                <a:spcPts val="0"/>
              </a:spcBef>
              <a:spcAft>
                <a:spcPts val="0"/>
              </a:spcAft>
              <a:buSzPts val="24000"/>
              <a:buNone/>
              <a:defRPr sz="24000"/>
            </a:lvl2pPr>
            <a:lvl3pPr lvl="2" algn="ctr">
              <a:spcBef>
                <a:spcPts val="0"/>
              </a:spcBef>
              <a:spcAft>
                <a:spcPts val="0"/>
              </a:spcAft>
              <a:buSzPts val="24000"/>
              <a:buNone/>
              <a:defRPr sz="24000"/>
            </a:lvl3pPr>
            <a:lvl4pPr lvl="3" algn="ctr">
              <a:spcBef>
                <a:spcPts val="0"/>
              </a:spcBef>
              <a:spcAft>
                <a:spcPts val="0"/>
              </a:spcAft>
              <a:buSzPts val="24000"/>
              <a:buNone/>
              <a:defRPr sz="24000"/>
            </a:lvl4pPr>
            <a:lvl5pPr lvl="4" algn="ctr">
              <a:spcBef>
                <a:spcPts val="0"/>
              </a:spcBef>
              <a:spcAft>
                <a:spcPts val="0"/>
              </a:spcAft>
              <a:buSzPts val="24000"/>
              <a:buNone/>
              <a:defRPr sz="24000"/>
            </a:lvl5pPr>
            <a:lvl6pPr lvl="5" algn="ctr">
              <a:spcBef>
                <a:spcPts val="0"/>
              </a:spcBef>
              <a:spcAft>
                <a:spcPts val="0"/>
              </a:spcAft>
              <a:buSzPts val="24000"/>
              <a:buNone/>
              <a:defRPr sz="24000"/>
            </a:lvl6pPr>
            <a:lvl7pPr lvl="6" algn="ctr">
              <a:spcBef>
                <a:spcPts val="0"/>
              </a:spcBef>
              <a:spcAft>
                <a:spcPts val="0"/>
              </a:spcAft>
              <a:buSzPts val="24000"/>
              <a:buNone/>
              <a:defRPr sz="24000"/>
            </a:lvl7pPr>
            <a:lvl8pPr lvl="7" algn="ctr">
              <a:spcBef>
                <a:spcPts val="0"/>
              </a:spcBef>
              <a:spcAft>
                <a:spcPts val="0"/>
              </a:spcAft>
              <a:buSzPts val="24000"/>
              <a:buNone/>
              <a:defRPr sz="24000"/>
            </a:lvl8pPr>
            <a:lvl9pPr lvl="8" algn="ctr">
              <a:spcBef>
                <a:spcPts val="0"/>
              </a:spcBef>
              <a:spcAft>
                <a:spcPts val="0"/>
              </a:spcAft>
              <a:buSzPts val="24000"/>
              <a:buNone/>
              <a:defRPr sz="24000"/>
            </a:lvl9pPr>
          </a:lstStyle>
          <a:p>
            <a:r>
              <a:t>xx%</a:t>
            </a:r>
          </a:p>
        </p:txBody>
      </p:sp>
      <p:sp>
        <p:nvSpPr>
          <p:cNvPr id="46" name="Google Shape;46;p11"/>
          <p:cNvSpPr txBox="1"/>
          <p:nvPr>
            <p:ph idx="1" type="body"/>
          </p:nvPr>
        </p:nvSpPr>
        <p:spPr>
          <a:xfrm>
            <a:off x="623400" y="6304450"/>
            <a:ext cx="17041200" cy="2601600"/>
          </a:xfrm>
          <a:prstGeom prst="rect">
            <a:avLst/>
          </a:prstGeom>
        </p:spPr>
        <p:txBody>
          <a:bodyPr anchorCtr="0" anchor="t" bIns="182850" lIns="182850" spcFirstLastPara="1" rIns="182850" wrap="square" tIns="182850">
            <a:normAutofit/>
          </a:bodyPr>
          <a:lstStyle>
            <a:lvl1pPr indent="-457200" lvl="0" marL="457200" algn="ctr">
              <a:spcBef>
                <a:spcPts val="0"/>
              </a:spcBef>
              <a:spcAft>
                <a:spcPts val="0"/>
              </a:spcAft>
              <a:buSzPts val="3600"/>
              <a:buChar char="●"/>
              <a:defRPr sz="3600"/>
            </a:lvl1pPr>
            <a:lvl2pPr indent="-406400" lvl="1" marL="914400" algn="ctr">
              <a:spcBef>
                <a:spcPts val="0"/>
              </a:spcBef>
              <a:spcAft>
                <a:spcPts val="0"/>
              </a:spcAft>
              <a:buSzPts val="2800"/>
              <a:buChar char="○"/>
              <a:defRPr sz="2800"/>
            </a:lvl2pPr>
            <a:lvl3pPr indent="-406400" lvl="2" marL="1371600" algn="ctr">
              <a:spcBef>
                <a:spcPts val="0"/>
              </a:spcBef>
              <a:spcAft>
                <a:spcPts val="0"/>
              </a:spcAft>
              <a:buSzPts val="2800"/>
              <a:buChar char="■"/>
              <a:defRPr sz="2800"/>
            </a:lvl3pPr>
            <a:lvl4pPr indent="-406400" lvl="3" marL="1828800" algn="ctr">
              <a:spcBef>
                <a:spcPts val="0"/>
              </a:spcBef>
              <a:spcAft>
                <a:spcPts val="0"/>
              </a:spcAft>
              <a:buSzPts val="2800"/>
              <a:buChar char="●"/>
              <a:defRPr sz="2800"/>
            </a:lvl4pPr>
            <a:lvl5pPr indent="-406400" lvl="4" marL="2286000" algn="ctr">
              <a:spcBef>
                <a:spcPts val="0"/>
              </a:spcBef>
              <a:spcAft>
                <a:spcPts val="0"/>
              </a:spcAft>
              <a:buSzPts val="2800"/>
              <a:buChar char="○"/>
              <a:defRPr sz="2800"/>
            </a:lvl5pPr>
            <a:lvl6pPr indent="-406400" lvl="5" marL="2743200" algn="ctr">
              <a:spcBef>
                <a:spcPts val="0"/>
              </a:spcBef>
              <a:spcAft>
                <a:spcPts val="0"/>
              </a:spcAft>
              <a:buSzPts val="2800"/>
              <a:buChar char="■"/>
              <a:defRPr sz="2800"/>
            </a:lvl6pPr>
            <a:lvl7pPr indent="-406400" lvl="6" marL="3200400" algn="ctr">
              <a:spcBef>
                <a:spcPts val="0"/>
              </a:spcBef>
              <a:spcAft>
                <a:spcPts val="0"/>
              </a:spcAft>
              <a:buSzPts val="2800"/>
              <a:buChar char="●"/>
              <a:defRPr sz="2800"/>
            </a:lvl7pPr>
            <a:lvl8pPr indent="-406400" lvl="7" marL="3657600" algn="ctr">
              <a:spcBef>
                <a:spcPts val="0"/>
              </a:spcBef>
              <a:spcAft>
                <a:spcPts val="0"/>
              </a:spcAft>
              <a:buSzPts val="2800"/>
              <a:buChar char="○"/>
              <a:defRPr sz="2800"/>
            </a:lvl8pPr>
            <a:lvl9pPr indent="-406400" lvl="8" marL="4114800" algn="ctr">
              <a:spcBef>
                <a:spcPts val="0"/>
              </a:spcBef>
              <a:spcAft>
                <a:spcPts val="0"/>
              </a:spcAft>
              <a:buSzPts val="2800"/>
              <a:buChar char="■"/>
              <a:defRPr sz="2800"/>
            </a:lvl9pPr>
          </a:lstStyle>
          <a:p/>
        </p:txBody>
      </p:sp>
      <p:sp>
        <p:nvSpPr>
          <p:cNvPr id="47" name="Google Shape;47;p11"/>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6944916" y="9326434"/>
            <a:ext cx="1097400" cy="787200"/>
          </a:xfrm>
          <a:prstGeom prst="rect">
            <a:avLst/>
          </a:prstGeom>
        </p:spPr>
        <p:txBody>
          <a:bodyPr anchorCtr="0" anchor="ctr" bIns="182850" lIns="182850" spcFirstLastPara="1" rIns="182850" wrap="square" tIns="182850">
            <a:normAutofit/>
          </a:bodyPr>
          <a:lstStyle>
            <a:lvl1pPr lvl="0">
              <a:buNone/>
              <a:defRPr sz="2000"/>
            </a:lvl1pPr>
            <a:lvl2pPr lvl="1">
              <a:buNone/>
              <a:defRPr sz="2000"/>
            </a:lvl2pPr>
            <a:lvl3pPr lvl="2">
              <a:buNone/>
              <a:defRPr sz="2000"/>
            </a:lvl3pPr>
            <a:lvl4pPr lvl="3">
              <a:buNone/>
              <a:defRPr sz="2000"/>
            </a:lvl4pPr>
            <a:lvl5pPr lvl="4">
              <a:buNone/>
              <a:defRPr sz="2000"/>
            </a:lvl5pPr>
            <a:lvl6pPr lvl="5">
              <a:buNone/>
              <a:defRPr sz="2000"/>
            </a:lvl6pPr>
            <a:lvl7pPr lvl="6">
              <a:buNone/>
              <a:defRPr sz="2000"/>
            </a:lvl7pPr>
            <a:lvl8pPr lvl="7">
              <a:buNone/>
              <a:defRPr sz="2000"/>
            </a:lvl8pPr>
            <a:lvl9pPr lvl="8">
              <a:buNone/>
              <a:defRPr sz="2000"/>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spcBef>
                <a:spcPts val="0"/>
              </a:spcBef>
              <a:spcAft>
                <a:spcPts val="0"/>
              </a:spcAft>
              <a:buClr>
                <a:schemeClr val="dk1"/>
              </a:buClr>
              <a:buSzPts val="5600"/>
              <a:buNone/>
              <a:defRPr sz="5600">
                <a:solidFill>
                  <a:schemeClr val="dk1"/>
                </a:solidFill>
              </a:defRPr>
            </a:lvl1pPr>
            <a:lvl2pPr lvl="1">
              <a:spcBef>
                <a:spcPts val="0"/>
              </a:spcBef>
              <a:spcAft>
                <a:spcPts val="0"/>
              </a:spcAft>
              <a:buClr>
                <a:schemeClr val="dk1"/>
              </a:buClr>
              <a:buSzPts val="5600"/>
              <a:buNone/>
              <a:defRPr sz="5600">
                <a:solidFill>
                  <a:schemeClr val="dk1"/>
                </a:solidFill>
              </a:defRPr>
            </a:lvl2pPr>
            <a:lvl3pPr lvl="2">
              <a:spcBef>
                <a:spcPts val="0"/>
              </a:spcBef>
              <a:spcAft>
                <a:spcPts val="0"/>
              </a:spcAft>
              <a:buClr>
                <a:schemeClr val="dk1"/>
              </a:buClr>
              <a:buSzPts val="5600"/>
              <a:buNone/>
              <a:defRPr sz="5600">
                <a:solidFill>
                  <a:schemeClr val="dk1"/>
                </a:solidFill>
              </a:defRPr>
            </a:lvl3pPr>
            <a:lvl4pPr lvl="3">
              <a:spcBef>
                <a:spcPts val="0"/>
              </a:spcBef>
              <a:spcAft>
                <a:spcPts val="0"/>
              </a:spcAft>
              <a:buClr>
                <a:schemeClr val="dk1"/>
              </a:buClr>
              <a:buSzPts val="5600"/>
              <a:buNone/>
              <a:defRPr sz="5600">
                <a:solidFill>
                  <a:schemeClr val="dk1"/>
                </a:solidFill>
              </a:defRPr>
            </a:lvl4pPr>
            <a:lvl5pPr lvl="4">
              <a:spcBef>
                <a:spcPts val="0"/>
              </a:spcBef>
              <a:spcAft>
                <a:spcPts val="0"/>
              </a:spcAft>
              <a:buClr>
                <a:schemeClr val="dk1"/>
              </a:buClr>
              <a:buSzPts val="5600"/>
              <a:buNone/>
              <a:defRPr sz="5600">
                <a:solidFill>
                  <a:schemeClr val="dk1"/>
                </a:solidFill>
              </a:defRPr>
            </a:lvl5pPr>
            <a:lvl6pPr lvl="5">
              <a:spcBef>
                <a:spcPts val="0"/>
              </a:spcBef>
              <a:spcAft>
                <a:spcPts val="0"/>
              </a:spcAft>
              <a:buClr>
                <a:schemeClr val="dk1"/>
              </a:buClr>
              <a:buSzPts val="5600"/>
              <a:buNone/>
              <a:defRPr sz="5600">
                <a:solidFill>
                  <a:schemeClr val="dk1"/>
                </a:solidFill>
              </a:defRPr>
            </a:lvl6pPr>
            <a:lvl7pPr lvl="6">
              <a:spcBef>
                <a:spcPts val="0"/>
              </a:spcBef>
              <a:spcAft>
                <a:spcPts val="0"/>
              </a:spcAft>
              <a:buClr>
                <a:schemeClr val="dk1"/>
              </a:buClr>
              <a:buSzPts val="5600"/>
              <a:buNone/>
              <a:defRPr sz="5600">
                <a:solidFill>
                  <a:schemeClr val="dk1"/>
                </a:solidFill>
              </a:defRPr>
            </a:lvl7pPr>
            <a:lvl8pPr lvl="7">
              <a:spcBef>
                <a:spcPts val="0"/>
              </a:spcBef>
              <a:spcAft>
                <a:spcPts val="0"/>
              </a:spcAft>
              <a:buClr>
                <a:schemeClr val="dk1"/>
              </a:buClr>
              <a:buSzPts val="5600"/>
              <a:buNone/>
              <a:defRPr sz="5600">
                <a:solidFill>
                  <a:schemeClr val="dk1"/>
                </a:solidFill>
              </a:defRPr>
            </a:lvl8pPr>
            <a:lvl9pPr lvl="8">
              <a:spcBef>
                <a:spcPts val="0"/>
              </a:spcBef>
              <a:spcAft>
                <a:spcPts val="0"/>
              </a:spcAft>
              <a:buClr>
                <a:schemeClr val="dk1"/>
              </a:buClr>
              <a:buSzPts val="5600"/>
              <a:buNone/>
              <a:defRPr sz="5600">
                <a:solidFill>
                  <a:schemeClr val="dk1"/>
                </a:solidFill>
              </a:defRPr>
            </a:lvl9pPr>
          </a:lstStyle>
          <a:p/>
        </p:txBody>
      </p:sp>
      <p:sp>
        <p:nvSpPr>
          <p:cNvPr id="7" name="Google Shape;7;p1"/>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nSpc>
                <a:spcPct val="115000"/>
              </a:lnSpc>
              <a:spcBef>
                <a:spcPts val="0"/>
              </a:spcBef>
              <a:spcAft>
                <a:spcPts val="0"/>
              </a:spcAft>
              <a:buClr>
                <a:schemeClr val="dk2"/>
              </a:buClr>
              <a:buSzPts val="3600"/>
              <a:buChar char="●"/>
              <a:defRPr sz="3600">
                <a:solidFill>
                  <a:schemeClr val="dk2"/>
                </a:solidFill>
              </a:defRPr>
            </a:lvl1pPr>
            <a:lvl2pPr indent="-406400" lvl="1" marL="914400">
              <a:lnSpc>
                <a:spcPct val="115000"/>
              </a:lnSpc>
              <a:spcBef>
                <a:spcPts val="0"/>
              </a:spcBef>
              <a:spcAft>
                <a:spcPts val="0"/>
              </a:spcAft>
              <a:buClr>
                <a:schemeClr val="dk2"/>
              </a:buClr>
              <a:buSzPts val="2800"/>
              <a:buChar char="○"/>
              <a:defRPr sz="2800">
                <a:solidFill>
                  <a:schemeClr val="dk2"/>
                </a:solidFill>
              </a:defRPr>
            </a:lvl2pPr>
            <a:lvl3pPr indent="-406400" lvl="2" marL="1371600">
              <a:lnSpc>
                <a:spcPct val="115000"/>
              </a:lnSpc>
              <a:spcBef>
                <a:spcPts val="0"/>
              </a:spcBef>
              <a:spcAft>
                <a:spcPts val="0"/>
              </a:spcAft>
              <a:buClr>
                <a:schemeClr val="dk2"/>
              </a:buClr>
              <a:buSzPts val="2800"/>
              <a:buChar char="■"/>
              <a:defRPr sz="2800">
                <a:solidFill>
                  <a:schemeClr val="dk2"/>
                </a:solidFill>
              </a:defRPr>
            </a:lvl3pPr>
            <a:lvl4pPr indent="-406400" lvl="3" marL="1828800">
              <a:lnSpc>
                <a:spcPct val="115000"/>
              </a:lnSpc>
              <a:spcBef>
                <a:spcPts val="0"/>
              </a:spcBef>
              <a:spcAft>
                <a:spcPts val="0"/>
              </a:spcAft>
              <a:buClr>
                <a:schemeClr val="dk2"/>
              </a:buClr>
              <a:buSzPts val="2800"/>
              <a:buChar char="●"/>
              <a:defRPr sz="2800">
                <a:solidFill>
                  <a:schemeClr val="dk2"/>
                </a:solidFill>
              </a:defRPr>
            </a:lvl4pPr>
            <a:lvl5pPr indent="-406400" lvl="4" marL="2286000">
              <a:lnSpc>
                <a:spcPct val="115000"/>
              </a:lnSpc>
              <a:spcBef>
                <a:spcPts val="0"/>
              </a:spcBef>
              <a:spcAft>
                <a:spcPts val="0"/>
              </a:spcAft>
              <a:buClr>
                <a:schemeClr val="dk2"/>
              </a:buClr>
              <a:buSzPts val="2800"/>
              <a:buChar char="○"/>
              <a:defRPr sz="2800">
                <a:solidFill>
                  <a:schemeClr val="dk2"/>
                </a:solidFill>
              </a:defRPr>
            </a:lvl5pPr>
            <a:lvl6pPr indent="-406400" lvl="5" marL="2743200">
              <a:lnSpc>
                <a:spcPct val="115000"/>
              </a:lnSpc>
              <a:spcBef>
                <a:spcPts val="0"/>
              </a:spcBef>
              <a:spcAft>
                <a:spcPts val="0"/>
              </a:spcAft>
              <a:buClr>
                <a:schemeClr val="dk2"/>
              </a:buClr>
              <a:buSzPts val="2800"/>
              <a:buChar char="■"/>
              <a:defRPr sz="2800">
                <a:solidFill>
                  <a:schemeClr val="dk2"/>
                </a:solidFill>
              </a:defRPr>
            </a:lvl6pPr>
            <a:lvl7pPr indent="-406400" lvl="6" marL="3200400">
              <a:lnSpc>
                <a:spcPct val="115000"/>
              </a:lnSpc>
              <a:spcBef>
                <a:spcPts val="0"/>
              </a:spcBef>
              <a:spcAft>
                <a:spcPts val="0"/>
              </a:spcAft>
              <a:buClr>
                <a:schemeClr val="dk2"/>
              </a:buClr>
              <a:buSzPts val="2800"/>
              <a:buChar char="●"/>
              <a:defRPr sz="2800">
                <a:solidFill>
                  <a:schemeClr val="dk2"/>
                </a:solidFill>
              </a:defRPr>
            </a:lvl7pPr>
            <a:lvl8pPr indent="-406400" lvl="7" marL="3657600">
              <a:lnSpc>
                <a:spcPct val="115000"/>
              </a:lnSpc>
              <a:spcBef>
                <a:spcPts val="0"/>
              </a:spcBef>
              <a:spcAft>
                <a:spcPts val="0"/>
              </a:spcAft>
              <a:buClr>
                <a:schemeClr val="dk2"/>
              </a:buClr>
              <a:buSzPts val="2800"/>
              <a:buChar char="○"/>
              <a:defRPr sz="2800">
                <a:solidFill>
                  <a:schemeClr val="dk2"/>
                </a:solidFill>
              </a:defRPr>
            </a:lvl8pPr>
            <a:lvl9pPr indent="-406400" lvl="8" marL="4114800">
              <a:lnSpc>
                <a:spcPct val="115000"/>
              </a:lnSpc>
              <a:spcBef>
                <a:spcPts val="0"/>
              </a:spcBef>
              <a:spcAft>
                <a:spcPts val="0"/>
              </a:spcAft>
              <a:buClr>
                <a:schemeClr val="dk2"/>
              </a:buClr>
              <a:buSzPts val="2800"/>
              <a:buChar char="■"/>
              <a:defRPr sz="2800">
                <a:solidFill>
                  <a:schemeClr val="dk2"/>
                </a:solidFill>
              </a:defRPr>
            </a:lvl9pPr>
          </a:lstStyle>
          <a:p/>
        </p:txBody>
      </p:sp>
      <p:sp>
        <p:nvSpPr>
          <p:cNvPr id="8" name="Google Shape;8;p1"/>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lvl="0" algn="r">
              <a:buNone/>
              <a:defRPr sz="2000">
                <a:solidFill>
                  <a:schemeClr val="dk2"/>
                </a:solidFill>
              </a:defRPr>
            </a:lvl1pPr>
            <a:lvl2pPr lvl="1" algn="r">
              <a:buNone/>
              <a:defRPr sz="2000">
                <a:solidFill>
                  <a:schemeClr val="dk2"/>
                </a:solidFill>
              </a:defRPr>
            </a:lvl2pPr>
            <a:lvl3pPr lvl="2" algn="r">
              <a:buNone/>
              <a:defRPr sz="2000">
                <a:solidFill>
                  <a:schemeClr val="dk2"/>
                </a:solidFill>
              </a:defRPr>
            </a:lvl3pPr>
            <a:lvl4pPr lvl="3" algn="r">
              <a:buNone/>
              <a:defRPr sz="2000">
                <a:solidFill>
                  <a:schemeClr val="dk2"/>
                </a:solidFill>
              </a:defRPr>
            </a:lvl4pPr>
            <a:lvl5pPr lvl="4" algn="r">
              <a:buNone/>
              <a:defRPr sz="2000">
                <a:solidFill>
                  <a:schemeClr val="dk2"/>
                </a:solidFill>
              </a:defRPr>
            </a:lvl5pPr>
            <a:lvl6pPr lvl="5" algn="r">
              <a:buNone/>
              <a:defRPr sz="2000">
                <a:solidFill>
                  <a:schemeClr val="dk2"/>
                </a:solidFill>
              </a:defRPr>
            </a:lvl6pPr>
            <a:lvl7pPr lvl="6" algn="r">
              <a:buNone/>
              <a:defRPr sz="2000">
                <a:solidFill>
                  <a:schemeClr val="dk2"/>
                </a:solidFill>
              </a:defRPr>
            </a:lvl7pPr>
            <a:lvl8pPr lvl="7" algn="r">
              <a:buNone/>
              <a:defRPr sz="2000">
                <a:solidFill>
                  <a:schemeClr val="dk2"/>
                </a:solidFill>
              </a:defRPr>
            </a:lvl8pPr>
            <a:lvl9pPr lvl="8" algn="r">
              <a:buNone/>
              <a:defRPr sz="2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1567778" y="3999089"/>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1000">
                <a:solidFill>
                  <a:schemeClr val="lt1"/>
                </a:solidFill>
              </a:rPr>
              <a:t>Añadir texto</a:t>
            </a:r>
            <a:endParaRPr b="1" sz="11600">
              <a:solidFill>
                <a:schemeClr val="lt1"/>
              </a:solidFill>
            </a:endParaRPr>
          </a:p>
        </p:txBody>
      </p:sp>
      <p:sp>
        <p:nvSpPr>
          <p:cNvPr id="55" name="Google Shape;55;p13"/>
          <p:cNvSpPr txBox="1"/>
          <p:nvPr/>
        </p:nvSpPr>
        <p:spPr>
          <a:xfrm>
            <a:off x="1567772" y="5667500"/>
            <a:ext cx="7897500" cy="75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3600">
                <a:solidFill>
                  <a:schemeClr val="lt1"/>
                </a:solidFill>
              </a:rPr>
              <a:t>Añadir texto secundario</a:t>
            </a:r>
            <a:endParaRPr sz="36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1" name="Google Shape;61;p14"/>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Font typeface="Arial"/>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Clr>
                <a:schemeClr val="dk1"/>
              </a:buClr>
              <a:buFont typeface="Arial"/>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nvSpPr>
        <p:spPr>
          <a:xfrm>
            <a:off x="1581145" y="2030573"/>
            <a:ext cx="10563600" cy="20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9000">
                <a:solidFill>
                  <a:srgbClr val="073763"/>
                </a:solidFill>
              </a:rPr>
              <a:t>Añadir texto</a:t>
            </a:r>
            <a:endParaRPr b="1" sz="9000">
              <a:solidFill>
                <a:srgbClr val="073763"/>
              </a:solidFill>
            </a:endParaRPr>
          </a:p>
        </p:txBody>
      </p:sp>
      <p:sp>
        <p:nvSpPr>
          <p:cNvPr id="67" name="Google Shape;67;p15"/>
          <p:cNvSpPr txBox="1"/>
          <p:nvPr/>
        </p:nvSpPr>
        <p:spPr>
          <a:xfrm>
            <a:off x="1567775" y="3791175"/>
            <a:ext cx="11891700" cy="48240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16"/>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a:t>
            </a: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7"/>
          <p:cNvSpPr txBox="1"/>
          <p:nvPr/>
        </p:nvSpPr>
        <p:spPr>
          <a:xfrm>
            <a:off x="1596275" y="2394900"/>
            <a:ext cx="12718200" cy="6277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s" sz="2200">
                <a:solidFill>
                  <a:srgbClr val="757070"/>
                </a:solidFill>
              </a:rPr>
              <a:t>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1800">
              <a:solidFill>
                <a:schemeClr val="dk1"/>
              </a:solidFill>
            </a:endParaRPr>
          </a:p>
          <a:p>
            <a:pPr indent="0" lvl="0" marL="0" rtl="0" algn="just">
              <a:spcBef>
                <a:spcPts val="0"/>
              </a:spcBef>
              <a:spcAft>
                <a:spcPts val="0"/>
              </a:spcAft>
              <a:buNone/>
            </a:pPr>
            <a:r>
              <a:t/>
            </a:r>
            <a:endParaRPr sz="2200">
              <a:solidFill>
                <a:srgbClr val="757070"/>
              </a:solidFill>
            </a:endParaRPr>
          </a:p>
          <a:p>
            <a:pPr indent="0" lvl="0" marL="0" rtl="0" algn="just">
              <a:spcBef>
                <a:spcPts val="0"/>
              </a:spcBef>
              <a:spcAft>
                <a:spcPts val="0"/>
              </a:spcAft>
              <a:buNone/>
            </a:pPr>
            <a:r>
              <a:rPr lang="es" sz="2200">
                <a:solidFill>
                  <a:srgbClr val="757070"/>
                </a:solidFill>
              </a:rPr>
              <a:t>Varius urna orci imperdiet nam dignissim fames fringilla fermentum justo suscipit, platea massa dictumst pharetra cras pellentesque velit mus per. Habitant mollis fermentum pharetra taciti feugiat cum faucibus cras eros est, ligula habitasse condimentum tellus donec dapibus rhoncus proin sodales dignissim, sem sapien netus inceptos tempus per vulputate.Lorem ipsum dolor sit amet consectetur adipiscing elit, quam morbi natoque vulputate lobortis euismod et, maecenas volutpat enim class ante curae. Blandit mi sapien conubia semper purus convallis phasellus scelerisque nibh hendrerit platea tincidunt eu mattis, vehicula eros placerat magna pretium orci fermentum odio nunc elementum nascetur tellus. Pulvinar posuere donec molestie aliquam metus curabitur accumsan velit id habitant, suscipit cras massa duis ante vulputate elementum fames fermentum, dictumst ridiculus in urna pellentesque nisl placerat montes mi.</a:t>
            </a:r>
            <a:endParaRPr sz="2200">
              <a:solidFill>
                <a:srgbClr val="757070"/>
              </a:solidFill>
            </a:endParaRPr>
          </a:p>
          <a:p>
            <a:pPr indent="0" lvl="0" marL="0" rtl="0" algn="just">
              <a:spcBef>
                <a:spcPts val="0"/>
              </a:spcBef>
              <a:spcAft>
                <a:spcPts val="0"/>
              </a:spcAft>
              <a:buNone/>
            </a:pPr>
            <a:r>
              <a:t/>
            </a:r>
            <a:endParaRPr sz="2200">
              <a:solidFill>
                <a:srgbClr val="757070"/>
              </a:solidFill>
            </a:endParaRPr>
          </a:p>
          <a:p>
            <a:pPr indent="0" lvl="0" marL="0" rtl="0" algn="l">
              <a:spcBef>
                <a:spcPts val="0"/>
              </a:spcBef>
              <a:spcAft>
                <a:spcPts val="0"/>
              </a:spcAft>
              <a:buNone/>
            </a:pPr>
            <a:r>
              <a:t/>
            </a:r>
            <a:endParaRPr sz="4000">
              <a:solidFill>
                <a:srgbClr val="073763"/>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