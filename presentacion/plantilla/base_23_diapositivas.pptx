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  <Relationship Id="rId11" Type="http://schemas.openxmlformats.org/officeDocument/2006/relationships/slide" Target="slides/slide6.xml"/>
  <Relationship Id="rId12" Type="http://schemas.openxmlformats.org/officeDocument/2006/relationships/slide" Target="slides/slide7.xml"/>
  <Relationship Id="rId13" Type="http://schemas.openxmlformats.org/officeDocument/2006/relationships/slide" Target="slides/slide8.xml"/>
  <Relationship Id="rId14" Type="http://schemas.openxmlformats.org/officeDocument/2006/relationships/slide" Target="slides/slide9.xml"/>
  <Relationship Id="rId15" Type="http://schemas.openxmlformats.org/officeDocument/2006/relationships/slide" Target="slides/slide10.xml"/>
  <Relationship Id="rId16" Type="http://schemas.openxmlformats.org/officeDocument/2006/relationships/slide" Target="slides/slide11.xml"/>
  <Relationship Id="rId17" Type="http://schemas.openxmlformats.org/officeDocument/2006/relationships/slide" Target="slides/slide12.xml"/>
  <Relationship Id="rId18" Type="http://schemas.openxmlformats.org/officeDocument/2006/relationships/slide" Target="slides/slide13.xml"/>
  <Relationship Id="rId19" Type="http://schemas.openxmlformats.org/officeDocument/2006/relationships/slide" Target="slides/slide14.xml"/>
  <Relationship Id="rId20" Type="http://schemas.openxmlformats.org/officeDocument/2006/relationships/slide" Target="slides/slide15.xml"/>
  <Relationship Id="rId21" Type="http://schemas.openxmlformats.org/officeDocument/2006/relationships/slide" Target="slides/slide16.xml"/>
  <Relationship Id="rId22" Type="http://schemas.openxmlformats.org/officeDocument/2006/relationships/slide" Target="slides/slide17.xml"/>
  <Relationship Id="rId23" Type="http://schemas.openxmlformats.org/officeDocument/2006/relationships/slide" Target="slides/slide18.xml"/>
  <Relationship Id="rId24" Type="http://schemas.openxmlformats.org/officeDocument/2006/relationships/slide" Target="slides/slide19.xml"/>
  <Relationship Id="rId25" Type="http://schemas.openxmlformats.org/officeDocument/2006/relationships/slide" Target="slides/slide20.xml"/>
  <Relationship Id="rId26" Type="http://schemas.openxmlformats.org/officeDocument/2006/relationships/slide" Target="slides/slide21.xml"/>
  <Relationship Id="rId27" Type="http://schemas.openxmlformats.org/officeDocument/2006/relationships/slide" Target="slides/slide22.xml"/>
  <Relationship Id="rId28" Type="http://schemas.openxmlformats.org/officeDocument/2006/relationships/slide" Target="slides/slide23.xml"/>
  <Relationship Id="rId29" Type="http://schemas.openxmlformats.org/officeDocument/2006/relationships/slide" Target="slides/slide24.xml"/>
  <Relationship Id="rId30" Type="http://schemas.openxmlformats.org/officeDocument/2006/relationships/slide" Target="slides/slide25.xml"/>
  <Relationship Id="rId31" Type="http://schemas.openxmlformats.org/officeDocument/2006/relationships/slide" Target="slides/slide26.xml"/>
  <Relationship Id="rId32" Type="http://schemas.openxmlformats.org/officeDocument/2006/relationships/slide" Target="slides/slide27.xml"/>
  <Relationship Id="rId33" Type="http://schemas.openxmlformats.org/officeDocument/2006/relationships/slide" Target="slides/slide2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sz="3600"/>
            </a:lvl1pPr>
            <a:lvl2pPr indent="-406400" lvl="1" marL="914400">
              <a:spcBef>
                <a:spcPts val="0"/>
              </a:spcBef>
              <a:spcAft>
                <a:spcPts val="0"/>
              </a:spcAft>
              <a:buSzPts val="2800"/>
              <a:buChar char="○"/>
              <a:defRPr sz="2800"/>
            </a:lvl2pPr>
            <a:lvl3pPr indent="-406400" lvl="2" marL="1371600">
              <a:spcBef>
                <a:spcPts val="0"/>
              </a:spcBef>
              <a:spcAft>
                <a:spcPts val="0"/>
              </a:spcAft>
              <a:buSzPts val="2800"/>
              <a:buChar char="■"/>
              <a:defRPr sz="2800"/>
            </a:lvl3pPr>
            <a:lvl4pPr indent="-406400" lvl="3" marL="1828800">
              <a:spcBef>
                <a:spcPts val="0"/>
              </a:spcBef>
              <a:spcAft>
                <a:spcPts val="0"/>
              </a:spcAft>
              <a:buSzPts val="2800"/>
              <a:buChar char="●"/>
              <a:defRPr sz="2800"/>
            </a:lvl4pPr>
            <a:lvl5pPr indent="-406400" lvl="4" marL="2286000">
              <a:spcBef>
                <a:spcPts val="0"/>
              </a:spcBef>
              <a:spcAft>
                <a:spcPts val="0"/>
              </a:spcAft>
              <a:buSzPts val="2800"/>
              <a:buChar char="○"/>
              <a:defRPr sz="2800"/>
            </a:lvl5pPr>
            <a:lvl6pPr indent="-406400" lvl="5" marL="2743200">
              <a:spcBef>
                <a:spcPts val="0"/>
              </a:spcBef>
              <a:spcAft>
                <a:spcPts val="0"/>
              </a:spcAft>
              <a:buSzPts val="2800"/>
              <a:buChar char="■"/>
              <a:defRPr sz="2800"/>
            </a:lvl6pPr>
            <a:lvl7pPr indent="-406400" lvl="6" marL="3200400">
              <a:spcBef>
                <a:spcPts val="0"/>
              </a:spcBef>
              <a:spcAft>
                <a:spcPts val="0"/>
              </a:spcAft>
              <a:buSzPts val="2800"/>
              <a:buChar char="●"/>
              <a:defRPr sz="2800"/>
            </a:lvl7pPr>
            <a:lvl8pPr indent="-406400" lvl="7" marL="3657600">
              <a:spcBef>
                <a:spcPts val="0"/>
              </a:spcBef>
              <a:spcAft>
                <a:spcPts val="0"/>
              </a:spcAft>
              <a:buSzPts val="2800"/>
              <a:buChar char="○"/>
              <a:defRPr sz="2800"/>
            </a:lvl8pPr>
            <a:lvl9pPr indent="-406400" lvl="8" marL="4114800">
              <a:spcBef>
                <a:spcPts val="0"/>
              </a:spcBef>
              <a:spcAft>
                <a:spcPts val="0"/>
              </a:spcAft>
              <a:buSzPts val="2800"/>
              <a:buChar char="■"/>
              <a:defRPr sz="2800"/>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sz="3600"/>
            </a:lvl1pPr>
            <a:lvl2pPr indent="-406400" lvl="1" marL="914400">
              <a:spcBef>
                <a:spcPts val="0"/>
              </a:spcBef>
              <a:spcAft>
                <a:spcPts val="0"/>
              </a:spcAft>
              <a:buSzPts val="2800"/>
              <a:buChar char="○"/>
              <a:defRPr sz="2800"/>
            </a:lvl2pPr>
            <a:lvl3pPr indent="-406400" lvl="2" marL="1371600">
              <a:spcBef>
                <a:spcPts val="0"/>
              </a:spcBef>
              <a:spcAft>
                <a:spcPts val="0"/>
              </a:spcAft>
              <a:buSzPts val="2800"/>
              <a:buChar char="■"/>
              <a:defRPr sz="2800"/>
            </a:lvl3pPr>
            <a:lvl4pPr indent="-406400" lvl="3" marL="1828800">
              <a:spcBef>
                <a:spcPts val="0"/>
              </a:spcBef>
              <a:spcAft>
                <a:spcPts val="0"/>
              </a:spcAft>
              <a:buSzPts val="2800"/>
              <a:buChar char="●"/>
              <a:defRPr sz="2800"/>
            </a:lvl4pPr>
            <a:lvl5pPr indent="-406400" lvl="4" marL="2286000">
              <a:spcBef>
                <a:spcPts val="0"/>
              </a:spcBef>
              <a:spcAft>
                <a:spcPts val="0"/>
              </a:spcAft>
              <a:buSzPts val="2800"/>
              <a:buChar char="○"/>
              <a:defRPr sz="2800"/>
            </a:lvl5pPr>
            <a:lvl6pPr indent="-406400" lvl="5" marL="2743200">
              <a:spcBef>
                <a:spcPts val="0"/>
              </a:spcBef>
              <a:spcAft>
                <a:spcPts val="0"/>
              </a:spcAft>
              <a:buSzPts val="2800"/>
              <a:buChar char="■"/>
              <a:defRPr sz="2800"/>
            </a:lvl6pPr>
            <a:lvl7pPr indent="-406400" lvl="6" marL="3200400">
              <a:spcBef>
                <a:spcPts val="0"/>
              </a:spcBef>
              <a:spcAft>
                <a:spcPts val="0"/>
              </a:spcAft>
              <a:buSzPts val="2800"/>
              <a:buChar char="●"/>
              <a:defRPr sz="2800"/>
            </a:lvl7pPr>
            <a:lvl8pPr indent="-406400" lvl="7" marL="3657600">
              <a:spcBef>
                <a:spcPts val="0"/>
              </a:spcBef>
              <a:spcAft>
                <a:spcPts val="0"/>
              </a:spcAft>
              <a:buSzPts val="2800"/>
              <a:buChar char="○"/>
              <a:defRPr sz="2800"/>
            </a:lvl8pPr>
            <a:lvl9pPr indent="-406400" lvl="8" marL="4114800">
              <a:spcBef>
                <a:spcPts val="0"/>
              </a:spcBef>
              <a:spcAft>
                <a:spcPts val="0"/>
              </a:spcAft>
              <a:buSzPts val="2800"/>
              <a:buChar char="■"/>
              <a:defRPr sz="2800"/>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sz="3600"/>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sz="3600"/>
            </a:lvl1pPr>
            <a:lvl2pPr indent="-406400" lvl="1" marL="914400" algn="ctr">
              <a:spcBef>
                <a:spcPts val="0"/>
              </a:spcBef>
              <a:spcAft>
                <a:spcPts val="0"/>
              </a:spcAft>
              <a:buSzPts val="2800"/>
              <a:buChar char="○"/>
              <a:defRPr sz="2800"/>
            </a:lvl2pPr>
            <a:lvl3pPr indent="-406400" lvl="2" marL="1371600" algn="ctr">
              <a:spcBef>
                <a:spcPts val="0"/>
              </a:spcBef>
              <a:spcAft>
                <a:spcPts val="0"/>
              </a:spcAft>
              <a:buSzPts val="2800"/>
              <a:buChar char="■"/>
              <a:defRPr sz="2800"/>
            </a:lvl3pPr>
            <a:lvl4pPr indent="-406400" lvl="3" marL="1828800" algn="ctr">
              <a:spcBef>
                <a:spcPts val="0"/>
              </a:spcBef>
              <a:spcAft>
                <a:spcPts val="0"/>
              </a:spcAft>
              <a:buSzPts val="2800"/>
              <a:buChar char="●"/>
              <a:defRPr sz="2800"/>
            </a:lvl4pPr>
            <a:lvl5pPr indent="-406400" lvl="4" marL="2286000" algn="ctr">
              <a:spcBef>
                <a:spcPts val="0"/>
              </a:spcBef>
              <a:spcAft>
                <a:spcPts val="0"/>
              </a:spcAft>
              <a:buSzPts val="2800"/>
              <a:buChar char="○"/>
              <a:defRPr sz="2800"/>
            </a:lvl5pPr>
            <a:lvl6pPr indent="-406400" lvl="5" marL="2743200" algn="ctr">
              <a:spcBef>
                <a:spcPts val="0"/>
              </a:spcBef>
              <a:spcAft>
                <a:spcPts val="0"/>
              </a:spcAft>
              <a:buSzPts val="2800"/>
              <a:buChar char="■"/>
              <a:defRPr sz="2800"/>
            </a:lvl6pPr>
            <a:lvl7pPr indent="-406400" lvl="6" marL="3200400" algn="ctr">
              <a:spcBef>
                <a:spcPts val="0"/>
              </a:spcBef>
              <a:spcAft>
                <a:spcPts val="0"/>
              </a:spcAft>
              <a:buSzPts val="2800"/>
              <a:buChar char="●"/>
              <a:defRPr sz="2800"/>
            </a:lvl7pPr>
            <a:lvl8pPr indent="-406400" lvl="7" marL="3657600" algn="ctr">
              <a:spcBef>
                <a:spcPts val="0"/>
              </a:spcBef>
              <a:spcAft>
                <a:spcPts val="0"/>
              </a:spcAft>
              <a:buSzPts val="2800"/>
              <a:buChar char="○"/>
              <a:defRPr sz="2800"/>
            </a:lvl8pPr>
            <a:lvl9pPr indent="-406400" lvl="8" marL="4114800" algn="ctr">
              <a:spcBef>
                <a:spcPts val="0"/>
              </a:spcBef>
              <a:spcAft>
                <a:spcPts val="0"/>
              </a:spcAft>
              <a:buSzPts val="2800"/>
              <a:buChar char="■"/>
              <a:defRPr sz="2800"/>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jpg"/></Relationships>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1567778" y="3999089"/>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0">
                <a:solidFill>
                  <a:schemeClr val="lt1"/>
                </a:solidFill>
              </a:rPr>
              <a:t>Añadir texto</a:t>
            </a:r>
            <a:endParaRPr b="1" sz="11600">
              <a:solidFill>
                <a:schemeClr val="lt1"/>
              </a:solidFill>
            </a:endParaRPr>
          </a:p>
        </p:txBody>
      </p:sp>
      <p:sp>
        <p:nvSpPr>
          <p:cNvPr id="55" name="Google Shape;55;p13"/>
          <p:cNvSpPr txBox="1"/>
          <p:nvPr/>
        </p:nvSpPr>
        <p:spPr>
          <a:xfrm>
            <a:off x="1567772" y="5667500"/>
            <a:ext cx="7897500" cy="75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600">
                <a:solidFill>
                  <a:schemeClr val="lt1"/>
                </a:solidFill>
              </a:rPr>
              <a:t>Añadir texto secundario</a:t>
            </a:r>
            <a:endParaRPr sz="36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7" name="Google Shape;67;p15"/>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7" name="Google Shape;67;p15"/>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7" name="Google Shape;67;p15"/>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7"/>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7"/>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7"/>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7"/>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1567778" y="3999089"/>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0">
                <a:solidFill>
                  <a:schemeClr val="lt1"/>
                </a:solidFill>
              </a:rPr>
              <a:t>Añadir texto</a:t>
            </a:r>
            <a:endParaRPr b="1" sz="11600">
              <a:solidFill>
                <a:schemeClr val="lt1"/>
              </a:solidFill>
            </a:endParaRPr>
          </a:p>
        </p:txBody>
      </p:sp>
      <p:sp>
        <p:nvSpPr>
          <p:cNvPr id="55" name="Google Shape;55;p13"/>
          <p:cNvSpPr txBox="1"/>
          <p:nvPr/>
        </p:nvSpPr>
        <p:spPr>
          <a:xfrm>
            <a:off x="1567772" y="5667500"/>
            <a:ext cx="7897500" cy="75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600">
                <a:solidFill>
                  <a:schemeClr val="lt1"/>
                </a:solidFill>
              </a:rPr>
              <a:t>Añadir texto secundario</a:t>
            </a:r>
            <a:endParaRPr sz="36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